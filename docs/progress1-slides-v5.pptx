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2" r:id="rId8"/>
    <p:sldId id="263" r:id="rId9"/>
    <p:sldId id="264" r:id="rId10"/>
    <p:sldId id="265" r:id="rId11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0:00–0:10 · เกริ่น</a:t>
            </a:r>
          </a:p>
          <a:p>
            <a:r>
              <a:t>สวัสดีครับ กลุ่ม Untitled นำเสนอ Progress 1 ของระบบวิเคราะห์ผลงานนักกีฬาอีสปอร์ต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0:10–0:30 · เกริ่น (จบครึ่งนาทีที่นี่)</a:t>
            </a:r>
          </a:p>
          <a:p>
            <a:r>
              <a:t>อีสปอร์ตมีโปรแกรมวิเคราะห์ขาย แต่คิดรายเดือน — ทีมที่ต้องการที่สุด (มหาลัย/สมัครเล่น/หน้าใหม่) จ่ายไม่ไหว</a:t>
            </a:r>
          </a:p>
          <a:p>
            <a:r>
              <a:t>ทุกแมตช์มีไฟล์บันทึกการแข่งที่เกมสร้างให้ฟรี เหมือนกล่องดำเครื่องบิน แต่คนอ่านไม่ออก</a:t>
            </a:r>
          </a:p>
          <a:p>
            <a:r>
              <a:t>เราทำเว็บที่แกะไฟล์นี้ให้เป็นภาพและตัวเลขที่โค้ชเอาไปสั่งซ้อมได้ ติดตั้งใช้เอง ไม่มีค่ารายเดือน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0:30–1:00 · โปรเกรส</a:t>
            </a:r>
          </a:p>
          <a:p>
            <a:r>
              <a:t>นี่คือระบบที่ขึ้นจริงและรันอยู่ตอนนี้ 5 ส่วน: หน้าเว็บ → เซิร์ฟเวอร์ → ฐานข้อมูล งานหนักคือแกะไฟล์ แยกไปทำเบื้องหลัง ผู้ใช้ไม่ต้องรอหน้าค้าง</a:t>
            </a:r>
          </a:p>
          <a:p>
            <a:r>
              <a:t>ทั้งหมดสั่งขึ้นได้ด้วยคำสั่งเดียว ทีมเอาไปติดตั้งเองได้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1:00–1:20 · โปรเกรส</a:t>
            </a:r>
          </a:p>
          <a:p>
            <a:r>
              <a:t>หน้าที่ใช้ได้จริงแล้ว 4 หน้า: รายการแมตช์ · ดูทีละรอบ · เครื่องมือวิเคราะห์ · สถิติรายคน — ขอเจาะ 2 หน้า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1:20–1:55 · โชว์ของจริง</a:t>
            </a:r>
          </a:p>
          <a:p>
            <a:r>
              <a:t>ซ้าย รายชื่อสองทีม ใครตายตอนไหน · กลาง แผนที่มองจากบน วงกลม=ผู้เล่น เส้น=ใครยิงใคร จุดสี=ระเบิดควัน/เพลิง · ขวา ไทม์ไลน์</a:t>
            </a:r>
          </a:p>
          <a:p>
            <a:r>
              <a:t>ทั้งหมดมาจากไฟล์บันทึกล้วน ๆ ไม่ได้พิมพ์เอง และกดเล่นย้อนได้เหมือนรีเพลย์มุมบน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1:55–2:25 · โชว์ของจริง</a:t>
            </a:r>
          </a:p>
          <a:p>
            <a:r>
              <a:t>หน้านี้ตอบคำถามเดียว “ทีมเราตายตรงไหนบ่อย” จุดแดงเข้ม=ตายบ่อย ตารางบอกตัวเลข เช่น BombsiteA 43 ครั้ง 24%</a:t>
            </a:r>
          </a:p>
          <a:p>
            <a:r>
              <a:t>นี่คือสิ่งที่โค้ชเอาไปสั่งซ้อมได้เลย ไม่ต้องนั่งดูวิดีโอทั้งแมตช์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2:25–2:55 · ML</a:t>
            </a:r>
          </a:p>
          <a:p>
            <a:r>
              <a:t>ตัวเลข 43 ครั้งจะมีความหมายต้องมีฐานเทียบ → เก็บเดโมทีมอาชีพ 50 แมตช์ 1,061 รอบ 7,158 การปะทะ</a:t>
            </a:r>
          </a:p>
          <a:p>
            <a:r>
              <a:t>อัลกอริทึม 1 ถาม “คนกระจุกตายตรงไหน” → 17 จุด กิน 75% ของการปะทะ · อัลกอริทึม 2 ถาม “พื้นที่มีกี่แบบ” → แบ่งเองได้ 3 แบบ</a:t>
            </a:r>
          </a:p>
          <a:p>
            <a:r>
              <a:t>จุดสำคัญ: ไม่เคยบอกโปรแกรมว่าใครแพ้ชนะ แต่ 3 กลุ่มมีอัตราชนะต่างกันชัด 69/59/42% → รูปแบบมีอยู่จริง ไม่ใช่สุ่ม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2:55–3:30 · ปัญหาที่เจอ</a:t>
            </a:r>
          </a:p>
          <a:p>
            <a:r>
              <a:t>1 พิกัดเพี้ยนเงียบ ๆ ไม่มี error → เขียนสคริปต์ทาบจุดตายกับพื้นที่เดินได้ ผ่าน 99.7%</a:t>
            </a:r>
          </a:p>
          <a:p>
            <a:r>
              <a:t>2 ข้อมูลผู้ใช้อาจปนชุดสอนโมเดล → แยกโฟลเดอร์/สถานะ DB + เทสต์ดัก</a:t>
            </a:r>
          </a:p>
          <a:p>
            <a:r>
              <a:t>3 ไม่มีเฉลย → ซ่อนผลแพ้ชนะไว้ เทียบตอนจบ ถ้าไม่สัมพันธ์ก็ทิ้งผล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3:30–4:30 · Future work (1 นาที)</a:t>
            </a:r>
          </a:p>
          <a:p>
            <a:r>
              <a:t>1 เก็บเดโมทีมจริงเพิ่ม ตอนนี้ 2 แมตช์ ตั้งเป้า 15–20 — ระบบออกแบบให้ไม่โชว์ผลถ้าข้อมูลไม่พอ</a:t>
            </a:r>
          </a:p>
          <a:p>
            <a:r>
              <a:t>2 เอา ML ขึ้นหน้าเว็บให้ครบทุกหน้า</a:t>
            </a:r>
          </a:p>
          <a:p>
            <a:r>
              <a:t>3 เพิ่มแผนที่ที่สอง โครงสร้างรองรับแล้ว รอข้อมูล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⏱ 4:30–5:00 · สรุป</a:t>
            </a:r>
          </a:p>
          <a:p>
            <a:r>
              <a:t>ปัญหา → ทำแล้ว (ครบเส้นทาง + โมเดลผ่านการตรวจ) → ทำต่อ (เก็บข้อมูลทีมจริง) — ขอบคุณครับ ยินดีตอบคำถาม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1B1F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577840"/>
            <a:ext cx="502920" cy="1280160"/>
          </a:xfrm>
          <a:prstGeom prst="rect">
            <a:avLst/>
          </a:prstGeom>
          <a:solidFill>
            <a:srgbClr val="E0A63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88720" y="2286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50" kern="0" dirty="0">
                <a:solidFill>
                  <a:srgbClr val="FF6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SP-404 SENIOR PROJECT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269748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Esports Performance Analysis System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36118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617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เครื่องมือวิเคราะห์เกมสำหรับทีมอีสปอร์ตที่ไม่มีงบจ้างนักวิเคราะห์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5852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17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ทีม Untitled · UTCC STECH · Progress #1 · 22 กันยายน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ทีมที่ต้องการเครื่องมือวิเคราะห์มากที่สุด คือทีมที่จ่ายไม่ไหว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5B617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ทีมกีฬาอาชีพทุกชนิดมีคนวิเคราะห์เกมให้ — ฟุตบอลมีระบบวิเคราะห์วิดีโอราคาหลักล้าน อีสปอร์ตก็มีโปรแกรมวิเคราะห์ขายอยู่ แต่คิดเงินเป็นรายเดือน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5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2688" y="2395728"/>
            <a:ext cx="28437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ทีมมหาวิทยาลัย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2880360"/>
            <a:ext cx="2843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17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งบมาจากชมรม ไม่มีงบซอฟต์แวร์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89120" y="201168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5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81728" y="2395728"/>
            <a:ext cx="28437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ทีมสมัครเล่น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681728" y="2880360"/>
            <a:ext cx="2843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17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รวมตัวกันเอง ออกค่าใช้จ่ายกันเอง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38160" y="201168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5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30768" y="2395728"/>
            <a:ext cx="28437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นักแข่งหน้าใหม่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430768" y="2880360"/>
            <a:ext cx="28437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17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ยังไม่มีสปอนเซอร์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114800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1B1F3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343400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คนกลุ่มนี้ซ้อมด้วยการ “จำเอา” กับ “เปิดคลิปย้อนดูเอง”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846320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CBE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เราจึงทำเว็บที่แกะไฟล์บันทึกการแข่งที่เกมสร้างให้ฟรี เป็นภาพและตัวเลขที่โค้ชสั่งซ้อมได้ — ติดตั้งเอง ไม่มีค่ารายเดือน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17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CS2 SCOUTING · UNTITLED · SP-404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ภาพรวมทั้งระบบ — ขึ้นจริงและรันอยู่ตอนนี้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B617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5 ส่วนทำงานพร้อมกัน · งานหนัก (แกะไฟล์) แยกไปทำเบื้องหลัง ผู้ใช้ไม่ต้องนั่งรอหน้าค้าง</a:t>
            </a:r>
            <a:endParaRPr lang="en-US" sz="1400" dirty="0"/>
          </a:p>
        </p:txBody>
      </p:sp>
      <p:pic>
        <p:nvPicPr>
          <p:cNvPr id="4" name="Image 0" descr="C:\Users\sayak\Desktop\cs2-analytics\cs2-analytics\docs\diagrams\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796" y="1463040"/>
            <a:ext cx="10881360" cy="4882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17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CS2 SCOUTING · UNTITLED · SP-404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หน้าเว็บที่ใช้งานได้จริงแล้ว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B617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ไล่ดูคร่าว ๆ ก่อน แล้วเจาะ 2 หน้าที่โค้ชใช้จริง</a:t>
            </a:r>
            <a:endParaRPr lang="en-US" sz="1400" dirty="0"/>
          </a:p>
        </p:txBody>
      </p:sp>
      <p:pic>
        <p:nvPicPr>
          <p:cNvPr id="4" name="Image 0" descr="C:\Users\sayak\Desktop\cs2-analytics\cs2-analytics\docs\screenshots\01-match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28800"/>
            <a:ext cx="2697480" cy="168592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828800"/>
            <a:ext cx="2697480" cy="1685925"/>
          </a:xfrm>
          <a:prstGeom prst="rect">
            <a:avLst/>
          </a:prstGeom>
          <a:ln w="12700">
            <a:solidFill>
              <a:srgbClr val="E3E5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02920" y="3679317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รายการแมตช์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4017645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อัปโหลด + ดูสถานะการแกะไฟล์</a:t>
            </a:r>
            <a:endParaRPr lang="en-US" sz="1150" dirty="0"/>
          </a:p>
        </p:txBody>
      </p:sp>
      <p:pic>
        <p:nvPicPr>
          <p:cNvPr id="8" name="Image 1" descr="C:\Users\sayak\Desktop\cs2-analytics\cs2-analytics\docs\screenshots\02-round-revi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568" y="1828800"/>
            <a:ext cx="2697480" cy="168592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401568" y="1828800"/>
            <a:ext cx="2697480" cy="1685925"/>
          </a:xfrm>
          <a:prstGeom prst="rect">
            <a:avLst/>
          </a:prstGeom>
          <a:ln w="12700">
            <a:solidFill>
              <a:srgbClr val="E3E5EE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3401568" y="3679317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ดูทีละรอบ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3310128" y="4017645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แผนที่ · ไทม์ไลน์ · เล่นย้อน</a:t>
            </a:r>
            <a:endParaRPr lang="en-US" sz="1150" dirty="0"/>
          </a:p>
        </p:txBody>
      </p:sp>
      <p:pic>
        <p:nvPicPr>
          <p:cNvPr id="12" name="Image 2" descr="C:\Users\sayak\Desktop\cs2-analytics\cs2-analytics\docs\screenshots\03-analysi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216" y="1828800"/>
            <a:ext cx="2697480" cy="1685925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300216" y="1828800"/>
            <a:ext cx="2697480" cy="1685925"/>
          </a:xfrm>
          <a:prstGeom prst="rect">
            <a:avLst/>
          </a:prstGeom>
          <a:ln w="12700">
            <a:solidFill>
              <a:srgbClr val="E3E5EE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6300216" y="3679317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เครื่องมือวิเคราะห์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6208776" y="4017645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ทีมเราตายตรงไหนบ่อย</a:t>
            </a:r>
            <a:endParaRPr lang="en-US" sz="1150" dirty="0"/>
          </a:p>
        </p:txBody>
      </p:sp>
      <p:pic>
        <p:nvPicPr>
          <p:cNvPr id="16" name="Image 3" descr="C:\Users\sayak\Desktop\cs2-analytics\cs2-analytics\docs\screenshots\04-play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8864" y="1828800"/>
            <a:ext cx="2697480" cy="1685925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9198864" y="1828800"/>
            <a:ext cx="2697480" cy="1685925"/>
          </a:xfrm>
          <a:prstGeom prst="rect">
            <a:avLst/>
          </a:prstGeom>
          <a:ln w="12700">
            <a:solidFill>
              <a:srgbClr val="E3E5EE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9198864" y="3679317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1F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สถิติรายคน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9107424" y="4017645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ผลงานของผู้เล่นแต่ละคน</a:t>
            </a:r>
            <a:endParaRPr lang="en-US" sz="1150" dirty="0"/>
          </a:p>
        </p:txBody>
      </p:sp>
      <p:sp>
        <p:nvSpPr>
          <p:cNvPr id="20" name="Text 14"/>
          <p:cNvSpPr txBox="1"/>
          <p:nvPr/>
        </p:nvSpPr>
        <p:spPr>
          <a:xfrm>
            <a:off x="640080" y="52120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17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ล็อกอิน / จัดการบัญชี ก็ทำเสร็จแล้ว แต่ไม่ใช่สาระของงานนี้ จึงขอข้ามไป</a:t>
            </a:r>
            <a:endParaRPr lang="en-US" sz="1200" dirty="0"/>
          </a:p>
        </p:txBody>
      </p:sp>
      <p:sp>
        <p:nvSpPr>
          <p:cNvPr id="21" name="Text 1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17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CS2 SCOUTING · UNTITLED · SP-404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หน้าดูทีละรอบ — หัวใจของระบบ</a:t>
            </a:r>
            <a:endParaRPr lang="en-US" sz="2600" dirty="0"/>
          </a:p>
        </p:txBody>
      </p:sp>
      <p:pic>
        <p:nvPicPr>
          <p:cNvPr id="3" name="Image 0" descr="C:\Users\sayak\Desktop\cs2-analytics\cs2-analytics\docs\screenshots\02-round-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7863840" cy="491947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1188720"/>
            <a:ext cx="7863840" cy="4919472"/>
          </a:xfrm>
          <a:prstGeom prst="rect">
            <a:avLst/>
          </a:prstGeom>
          <a:ln w="12700">
            <a:solidFill>
              <a:srgbClr val="E3E5E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641080" y="1417320"/>
            <a:ext cx="310896" cy="310896"/>
          </a:xfrm>
          <a:prstGeom prst="ellipse">
            <a:avLst/>
          </a:prstGeom>
          <a:solidFill>
            <a:srgbClr val="3B4570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641080" y="14173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9079992" y="1371600"/>
            <a:ext cx="2578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ซ้าย — รายชื่อสองทีม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9079992" y="1691640"/>
            <a:ext cx="25786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ใครตายตอนไหน ใครเป็นคนยิง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641080" y="2496312"/>
            <a:ext cx="310896" cy="310896"/>
          </a:xfrm>
          <a:prstGeom prst="ellipse">
            <a:avLst/>
          </a:prstGeom>
          <a:solidFill>
            <a:srgbClr val="3B457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641080" y="249631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9079992" y="2450592"/>
            <a:ext cx="2578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กลาง — แผนที่มองจากบน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9079992" y="2770632"/>
            <a:ext cx="25786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วงกลมคือผู้เล่น เส้นคือ “ใครยิงใคร” จุดสีคือระเบิดควัน/เพลิง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641080" y="3575304"/>
            <a:ext cx="310896" cy="310896"/>
          </a:xfrm>
          <a:prstGeom prst="ellipse">
            <a:avLst/>
          </a:prstGeom>
          <a:solidFill>
            <a:srgbClr val="3B4570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641080" y="357530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9079992" y="3529584"/>
            <a:ext cx="2578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ขวา — ไทม์ไลน์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9079992" y="3849624"/>
            <a:ext cx="25786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ทุกเหตุการณ์ในรอบ เรียงตามวินาที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641080" y="4654296"/>
            <a:ext cx="310896" cy="31089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641080" y="46542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9079992" y="4608576"/>
            <a:ext cx="2578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กดเล่นย้อนได้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9079992" y="4928616"/>
            <a:ext cx="25786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เหมือนดูรีเพลย์ แต่เห็นทั้งแผนที่จากข้างบน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8641080" y="57150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FF6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ทั้งหมดนี้ไม่ได้พิมพ์เอง — มาจากไฟล์บันทึกการแข่งล้วน ๆ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17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CS2 SCOUTING · UNTITLED · SP-404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หน้าเครื่องมือวิเคราะห์ — “ทีมเราตายตรงไหนบ่อย”</a:t>
            </a:r>
            <a:endParaRPr lang="en-US" sz="2600" dirty="0"/>
          </a:p>
        </p:txBody>
      </p:sp>
      <p:pic>
        <p:nvPicPr>
          <p:cNvPr id="3" name="Image 0" descr="C:\Users\sayak\Desktop\cs2-analytics\cs2-analytics\docs\screenshots\03-analy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7863840" cy="491947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1188720"/>
            <a:ext cx="7863840" cy="4919472"/>
          </a:xfrm>
          <a:prstGeom prst="rect">
            <a:avLst/>
          </a:prstGeom>
          <a:ln w="12700">
            <a:solidFill>
              <a:srgbClr val="E3E5E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641080" y="1600200"/>
            <a:ext cx="310896" cy="310896"/>
          </a:xfrm>
          <a:prstGeom prst="ellipse">
            <a:avLst/>
          </a:prstGeom>
          <a:solidFill>
            <a:srgbClr val="3B4570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641080" y="16002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9079992" y="1554480"/>
            <a:ext cx="2578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จุดแดงบนแผนที่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9079992" y="1874520"/>
            <a:ext cx="25786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คือจุดที่ผู้เล่นในทีมตาย ยิ่งแดงเข้มยิ่งตายบ่อย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641080" y="2679192"/>
            <a:ext cx="310896" cy="310896"/>
          </a:xfrm>
          <a:prstGeom prst="ellipse">
            <a:avLst/>
          </a:prstGeom>
          <a:solidFill>
            <a:srgbClr val="3B457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641080" y="26791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9079992" y="2633472"/>
            <a:ext cx="2578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ตารางด้านขวา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9079992" y="2953512"/>
            <a:ext cx="25786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บอกเป็นตัวเลขว่าตรงไหนตายกี่ครั้ง คิดเป็นกี่เปอร์เซ็นต์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641080" y="3758184"/>
            <a:ext cx="310896" cy="310896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641080" y="37581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9079992" y="3712464"/>
            <a:ext cx="2578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อ่านได้ทันที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9079992" y="4032504"/>
            <a:ext cx="257860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BombsiteA ตาย 43 ครั้ง = 24% ของการตายทั้งหมด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641080" y="4983480"/>
            <a:ext cx="3108960" cy="1143000"/>
          </a:xfrm>
          <a:prstGeom prst="roundRect">
            <a:avLst>
              <a:gd name="adj" fmla="val 6400"/>
            </a:avLst>
          </a:prstGeom>
          <a:solidFill>
            <a:srgbClr val="1B1F3B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869680" y="5138928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โค้ชเอาไปสั่งซ้อมได้เลย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8869680" y="5468112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7CBE0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ไม่ต้องนั่งเปิดวิดีโอย้อนหลังทั้งแมตช์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17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CS2 SCOUTING · UNTITLED · SP-404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ส่วน Machine Learning ทำงานยังไง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B617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ฐานเทียบ: เดโมทีมอาชีพ 50 แมตช์ · 1,061 รอบ · 7,158 การปะทะ — “มีรูปแบบซ่อนอยู่ไหม” ใช้ 2 อัลกอริทึมถามคนละคำถาม</a:t>
            </a:r>
            <a:endParaRPr lang="en-US" sz="1400" dirty="0"/>
          </a:p>
        </p:txBody>
      </p:sp>
      <p:pic>
        <p:nvPicPr>
          <p:cNvPr id="4" name="Image 0" descr="C:\Users\sayak\Desktop\cs2-analytics\cs2-analytics\docs\diagrams\ml-work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" y="1481328"/>
            <a:ext cx="10972800" cy="485546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17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CS2 SCOUTING · UNTITLED · SP-404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ปัญหาที่เจอระหว่างทำ และแก้ยังไง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298448"/>
            <a:ext cx="53492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5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" y="1536192"/>
            <a:ext cx="310896" cy="310896"/>
          </a:xfrm>
          <a:prstGeom prst="ellipse">
            <a:avLst/>
          </a:prstGeom>
          <a:solidFill>
            <a:srgbClr val="B8545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96112" y="15361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48132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พิกัดเพี้ยนแบบไม่มีใครรู้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865376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วาดจุดลงแผนที่แล้วออกมา “ดูดี” แต่จุดตกผิดที่ทั้งหมด และไม่ขึ้น error อะไรเลย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1828800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46520" y="1298448"/>
            <a:ext cx="5074920" cy="1463040"/>
          </a:xfrm>
          <a:prstGeom prst="roundRect">
            <a:avLst>
              <a:gd name="adj" fmla="val 5000"/>
            </a:avLst>
          </a:prstGeom>
          <a:solidFill>
            <a:srgbClr val="EDEFF7"/>
          </a:solidFill>
          <a:ln w="12700">
            <a:solidFill>
              <a:srgbClr val="E3E5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02552" y="1572768"/>
            <a:ext cx="164592" cy="164592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995160" y="148132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เขียนสคริปต์ตรวจเอง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6995160" y="1865376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เอาจุดที่คนตายจริงไปทาบกับพื้นที่ที่เดินได้ — ถ้าพิกัดถูก ต้องตกบนพื้นที่เดินได้เกือบหมด ตอนนี้ได้ 99.7%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926080"/>
            <a:ext cx="53492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5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6112" y="3163824"/>
            <a:ext cx="310896" cy="310896"/>
          </a:xfrm>
          <a:prstGeom prst="ellipse">
            <a:avLst/>
          </a:prstGeom>
          <a:solidFill>
            <a:srgbClr val="B8545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96112" y="31638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31089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ข้อมูลผู้ใช้อาจปนเข้าชุดสอนโมเดล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493008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ถ้าเดโมที่ผู้ใช้อัปโหลดหลุดเข้าไปปนกับชุดที่ใช้สอนโมเดล ผลที่ได้จะเชื่อไม่ได้เลย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035040" y="3456432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46520" y="2926080"/>
            <a:ext cx="5074920" cy="1463040"/>
          </a:xfrm>
          <a:prstGeom prst="roundRect">
            <a:avLst>
              <a:gd name="adj" fmla="val 5000"/>
            </a:avLst>
          </a:prstGeom>
          <a:solidFill>
            <a:srgbClr val="EDEFF7"/>
          </a:solidFill>
          <a:ln w="12700">
            <a:solidFill>
              <a:srgbClr val="E3E5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02552" y="3200400"/>
            <a:ext cx="164592" cy="164592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995160" y="31089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แยกทางกายภาพ + เทสต์ดัก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6995160" y="3493008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คนละโฟลเดอร์ คนละสถานะในฐานข้อมูล และมีเทสต์ที่จะฟ้องทันทีถ้าสองสายมาปนกัน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4553712"/>
            <a:ext cx="53492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5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6112" y="4791456"/>
            <a:ext cx="310896" cy="310896"/>
          </a:xfrm>
          <a:prstGeom prst="ellipse">
            <a:avLst/>
          </a:prstGeom>
          <a:solidFill>
            <a:srgbClr val="B8545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96112" y="479145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473659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ไม่มีเฉลยให้ตรวจ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1325880" y="512064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งานเราไม่มีคำตอบถูกให้เทียบ แล้วจะรู้ได้ยังไงว่าผลที่ได้ไม่ใช่เรื่องบังเอิญ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035040" y="5084064"/>
            <a:ext cx="384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46520" y="4553712"/>
            <a:ext cx="5074920" cy="1463040"/>
          </a:xfrm>
          <a:prstGeom prst="roundRect">
            <a:avLst>
              <a:gd name="adj" fmla="val 5000"/>
            </a:avLst>
          </a:prstGeom>
          <a:solidFill>
            <a:srgbClr val="EDEFF7"/>
          </a:solidFill>
          <a:ln w="12700">
            <a:solidFill>
              <a:srgbClr val="E3E5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702552" y="4828032"/>
            <a:ext cx="164592" cy="164592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995160" y="473659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ซ่อนผลแพ้ชนะไว้ แล้วเทียบตอนจบ</a:t>
            </a:r>
            <a:endParaRPr lang="en-US" sz="1450" dirty="0"/>
          </a:p>
        </p:txBody>
      </p:sp>
      <p:sp>
        <p:nvSpPr>
          <p:cNvPr id="32" name="Text 30"/>
          <p:cNvSpPr txBox="1"/>
          <p:nvPr/>
        </p:nvSpPr>
        <p:spPr>
          <a:xfrm>
            <a:off x="6995160" y="5120640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17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ถ้ากลุ่มที่โมเดลแบ่งไม่สัมพันธ์กับผลแพ้ชนะเลย เราจะทิ้งผลนั้น ไม่เอามาใช้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17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CS2 SCOUTING · UNTITLED · SP-404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หลังจากพรีเซนต์นี้ จะทำอะไรต่อ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420624" cy="42062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3716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572768" y="1325880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เก็บเดโมของทีมจริงเพิ่ม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572768" y="1755648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B617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ตอนนี้มีแค่ 2 แมตช์ ยังน้อยเกินกว่าจะสรุปนิสัยของทีมได้ ตั้งเป้า 15–20 แมตช์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572768" y="2212848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6B35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ระบบถูกออกแบบให้ไม่แสดงผลถ้าข้อมูลไม่พอ แทนที่จะเดาให้ดูเหมือนมีคำตอบ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2971800"/>
            <a:ext cx="420624" cy="420624"/>
          </a:xfrm>
          <a:prstGeom prst="ellipse">
            <a:avLst/>
          </a:prstGeom>
          <a:solidFill>
            <a:srgbClr val="3B457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297180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572768" y="2926080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เอาส่วน ML ขึ้นหน้าเว็บให้ครบ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572768" y="3355848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B617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ตอนนี้ผลโมเดลใช้ได้บางหน้าแล้ว แต่ยังไม่ครบทุกหน้า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14400" y="4251960"/>
            <a:ext cx="420624" cy="420624"/>
          </a:xfrm>
          <a:prstGeom prst="ellipse">
            <a:avLst/>
          </a:prstGeom>
          <a:solidFill>
            <a:srgbClr val="3B457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42519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572768" y="4206240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1F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เพิ่มแผนที่ที่สอง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572768" y="4636008"/>
            <a:ext cx="9692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B617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โครงสร้างระบบรองรับหลายแผนที่แล้ว รอแค่เก็บข้อมูลเพิ่ม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17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CS2 SCOUTING · UNTITLED · SP-404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47472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สรุป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8813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3E5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" y="1700784"/>
            <a:ext cx="201168" cy="201168"/>
          </a:xfrm>
          <a:prstGeom prst="ellipse">
            <a:avLst/>
          </a:prstGeom>
          <a:solidFill>
            <a:srgbClr val="B8545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25880" y="157276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ปัญหา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703320" y="1554480"/>
            <a:ext cx="7498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B617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ทีมที่ต้องการเครื่องมือวิเคราะห์มากที่สุด คือทีมที่จ่ายค่าโปรแกรมไม่ไหว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724912"/>
            <a:ext cx="108813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3E5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3054096"/>
            <a:ext cx="201168" cy="20116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25880" y="29260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สิ่งที่ทำไปแล้ว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703320" y="2907792"/>
            <a:ext cx="7498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B617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ระบบขึ้นครบทั้งเส้นทาง ตั้งแต่อัปโหลดไฟล์จนเห็นผลบนเว็บ และมีโมเดลที่ตรวจแล้วว่าสิ่งที่เจอมีอยู่จริง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4078224"/>
            <a:ext cx="108813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3E5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120" y="4407408"/>
            <a:ext cx="201168" cy="20116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25880" y="427939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สิ่งที่จะทำต่อ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703320" y="4261104"/>
            <a:ext cx="7498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B617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เก็บข้อมูลของทีมจริงให้มากพอที่จะสรุปได้ แล้วเอา ML ขึ้นเว็บให้ครบ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56235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1F3B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ขอบคุณครับ — ยินดีตอบคำถาม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617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CS2 SCOUTING · UNTITLED · SP-404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178"/>
                </a:solidFill>
                <a:latin typeface="Leelawadee UI" pitchFamily="34" charset="0"/>
                <a:ea typeface="Leelawadee UI" pitchFamily="34" charset="-122"/>
                <a:cs typeface="Leelawadee U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2026-09-16T09:29:27Z</dcterms:created>
  <dcterms:modified xsi:type="dcterms:W3CDTF">2026-09-16T09:29:27Z</dcterms:modified>
</cp:coreProperties>
</file>