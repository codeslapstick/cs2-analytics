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35411" y="628650"/>
            <a:ext cx="7576542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06426"/>
            <a:ext cx="10896600" cy="8763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406426"/>
            <a:ext cx="38100" cy="8763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2473226"/>
            <a:ext cx="2581275" cy="232410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7225" y="2482751"/>
            <a:ext cx="2562225" cy="230505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19475" y="2473226"/>
            <a:ext cx="2581275" cy="232410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482751"/>
            <a:ext cx="2562225" cy="230505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0" y="2473226"/>
            <a:ext cx="2581275" cy="232410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775" y="2482751"/>
            <a:ext cx="2562225" cy="230505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3025" y="2473226"/>
            <a:ext cx="2581275" cy="232410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72550" y="2482751"/>
            <a:ext cx="2562225" cy="230505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5819775"/>
            <a:ext cx="108966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5819775"/>
            <a:ext cx="38100" cy="542925"/>
          </a:xfrm>
          <a:prstGeom prst="rect">
            <a:avLst/>
          </a:prstGeom>
          <a:solidFill>
            <a:srgbClr val="B85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quirements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8826"/>
            <a:ext cx="819150" cy="533400"/>
          </a:xfrm>
          <a:prstGeom prst="rect">
            <a:avLst/>
          </a:prstGeom>
        </p:spPr>
      </p:pic>
      <p:pic>
        <p:nvPicPr>
          <p:cNvPr id="17" name="Picture 16" descr="Requirements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3054251"/>
            <a:ext cx="1162050" cy="1162050"/>
          </a:xfrm>
          <a:prstGeom prst="rect">
            <a:avLst/>
          </a:prstGeom>
        </p:spPr>
      </p:pic>
      <p:pic>
        <p:nvPicPr>
          <p:cNvPr id="18" name="Picture 17" descr="Requirements_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8" y="3054251"/>
            <a:ext cx="1162050" cy="1162050"/>
          </a:xfrm>
          <a:prstGeom prst="rect">
            <a:avLst/>
          </a:prstGeom>
        </p:spPr>
      </p:pic>
      <p:pic>
        <p:nvPicPr>
          <p:cNvPr id="19" name="Picture 18" descr="Requirements_fi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862" y="3054251"/>
            <a:ext cx="1162050" cy="1162050"/>
          </a:xfrm>
          <a:prstGeom prst="rect">
            <a:avLst/>
          </a:prstGeom>
        </p:spPr>
      </p:pic>
      <p:pic>
        <p:nvPicPr>
          <p:cNvPr id="20" name="Picture 19" descr="Requirements_fi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2638" y="3054251"/>
            <a:ext cx="1162050" cy="11620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76250"/>
            <a:ext cx="161151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ความต้องการของลูกค้า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64353" y="495300"/>
            <a:ext cx="155614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SP-404 · CS2 SCOUTING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8191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ทีมอยากได้อะไรจากเว็บนี้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4050" y="1577876"/>
            <a:ext cx="363974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61A"/>
                </a:solidFill>
                <a:latin typeface="Chakra Petch"/>
              </a:rPr>
              <a:t>ลูกค้าคือทีม CS2 ผู้เล่น 5 คนกับโค้ช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4050" y="1844576"/>
            <a:ext cx="363974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A3E44"/>
                </a:solidFill>
                <a:latin typeface="Anuphan"/>
              </a:rPr>
              <a:t>นั่งดูจอเดียวกันหลังซ้อม แล้วรีวิวแมตช์ </a:t>
            </a:r>
            <a:r>
              <a:rPr sz="1200" b="1" i="0">
                <a:solidFill>
                  <a:srgbClr val="14161A"/>
                </a:solidFill>
                <a:latin typeface="Anuphan"/>
              </a:rPr>
              <a:t>ของตัวเอง</a:t>
            </a:r>
            <a:r>
              <a:rPr sz="1200" b="0" i="0">
                <a:solidFill>
                  <a:srgbClr val="3A3E44"/>
                </a:solidFill>
                <a:latin typeface="Anuphan"/>
              </a:rPr>
              <a:t> ทีละรอบ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" y="4902101"/>
            <a:ext cx="2676525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อัปโหลดเดโมของทีมเอง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5175945"/>
            <a:ext cx="2676525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ไม่ใช่แค่แมตช์อาชีพ — ไฟล์ .dem ที่ทีมอัดเองก็เอาเข้าได้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0425" y="4902101"/>
            <a:ext cx="2676525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หนึ่งรอบ จบในแผนที่เดียว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0425" y="5175945"/>
            <a:ext cx="2676525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ไม่ต้องเปิดเกมแล้วไล่ดูเดโมทีละรอบอีกต่อไป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902101"/>
            <a:ext cx="2676525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ส่งลิงก์แล้วเห็นตรงกัน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75945"/>
            <a:ext cx="2676525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สิ่งที่กำลังดูอยู่บน URL ทั้งหมด เพื่อนเปิดได้หน้าเดิมเป๊ะ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3975" y="4902101"/>
            <a:ext cx="2676525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บอกข้อเท็จจริง ไม่ตัดสินคน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3975" y="5175945"/>
            <a:ext cx="2676525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รายงานว่าเกิดอะไรขึ้นและอ้างที่มา ไม่ให้เกรดว่าใครเล่นแย่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5829300"/>
            <a:ext cx="107442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E44"/>
                </a:solidFill>
                <a:latin typeface="Anuphan"/>
              </a:rPr>
              <a:t>ข้อบังคับที่ตามมา — </a:t>
            </a:r>
            <a:r>
              <a:rPr sz="1280" b="1" i="0">
                <a:solidFill>
                  <a:srgbClr val="14161A"/>
                </a:solidFill>
                <a:latin typeface="Anuphan"/>
              </a:rPr>
              <a:t>ต้องอ่านออกทั้งบนโน้ตบุ๊ก 1366 px และบนโปรเจกเตอร์ท้ายห้อง</a:t>
            </a:r>
            <a:r>
              <a:rPr sz="1280" b="0" i="0">
                <a:solidFill>
                  <a:srgbClr val="3A3E44"/>
                </a:solidFill>
                <a:latin typeface="Anuphan"/>
              </a:rPr>
              <a:t> และใช้ภาษาไทย ยกเว้นศัพท์ในเกมที่คงภาษาอังกฤษไว้ (CT, T, ADR, KAST, clutch)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