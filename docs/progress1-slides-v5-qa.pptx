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2" r:id="rId8"/>
    <p:sldId id="263" r:id="rId9"/>
    <p:sldId id="264" r:id="rId10"/>
    <p:sldId id="265" r:id="rId11"/>
    <p:sldId id="267" r:id="rId13"/>
    <p:sldId id="268" r:id="rId14"/>
    <p:sldId id="269" r:id="rId15"/>
    <p:sldId id="270" r:id="rId16"/>
    <p:sldId id="271" r:id="rId12"/>
    <p:sldId id="272" r:id="rId7"/>
    <p:sldId id="273" r:id="rId6"/>
    <p:sldId id="274" r:id="rId5"/>
    <p:sldId id="275" r:id="rId4"/>
    <p:sldId id="276" r:id="rId22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15.xml"/><Relationship Id="rId5" Type="http://schemas.openxmlformats.org/officeDocument/2006/relationships/slide" Target="slides/slide14.xml"/><Relationship Id="rId6" Type="http://schemas.openxmlformats.org/officeDocument/2006/relationships/slide" Target="slides/slide13.xml"/><Relationship Id="rId7" Type="http://schemas.openxmlformats.org/officeDocument/2006/relationships/slide" Target="slides/slide1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11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0:00–0:10 · เกริ่น</a:t>
            </a:r>
          </a:p>
          <a:p>
            <a:r>
              <a:t>สวัสดีครับ กลุ่ม Untitled นำเสนอ Progress 1 ของระบบวิเคราะห์ผลงานนักกีฬาอีสปอร์ต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0:10–0:30 · เกริ่น (จบครึ่งนาทีที่นี่)</a:t>
            </a:r>
          </a:p>
          <a:p>
            <a:r>
              <a:t>อีสปอร์ตมีโปรแกรมวิเคราะห์ขาย แต่คิดรายเดือน — ทีมที่ต้องการที่สุด (มหาลัย/สมัครเล่น/หน้าใหม่) จ่ายไม่ไหว</a:t>
            </a:r>
          </a:p>
          <a:p>
            <a:r>
              <a:t>ทุกแมตช์มีไฟล์บันทึกการแข่งที่เกมสร้างให้ฟรี เหมือนกล่องดำเครื่องบิน แต่คนอ่านไม่ออก</a:t>
            </a:r>
          </a:p>
          <a:p>
            <a:r>
              <a:t>เราทำเว็บที่แกะไฟล์นี้ให้เป็นภาพและตัวเลขที่โค้ชเอาไปสั่งซ้อมได้ ติดตั้งใช้เอง ไม่มีค่ารายเดือน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0:30–1:00 · โปรเกรส</a:t>
            </a:r>
          </a:p>
          <a:p>
            <a:r>
              <a:t>นี่คือระบบที่ขึ้นจริงและรันอยู่ตอนนี้ 5 ส่วน: หน้าเว็บ → เซิร์ฟเวอร์ → ฐานข้อมูล งานหนักคือแกะไฟล์ แยกไปทำเบื้องหลัง ผู้ใช้ไม่ต้องรอหน้าค้าง</a:t>
            </a:r>
          </a:p>
          <a:p>
            <a:r>
              <a:t>ทั้งหมดสั่งขึ้นได้ด้วยคำสั่งเดียว ทีมเอาไปติดตั้งเองได้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1:00–1:20 · โปรเกรส</a:t>
            </a:r>
          </a:p>
          <a:p>
            <a:r>
              <a:t>หน้าที่ใช้ได้จริงแล้ว 4 หน้า: รายการแมตช์ · ดูทีละรอบ · เครื่องมือวิเคราะห์ · สถิติรายคน — ขอเจาะ 2 หน้า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1:20–1:55 · โชว์ของจริง</a:t>
            </a:r>
          </a:p>
          <a:p>
            <a:r>
              <a:t>ซ้าย รายชื่อสองทีม ใครตายตอนไหน · กลาง แผนที่มองจากบน วงกลม=ผู้เล่น เส้น=ใครยิงใคร จุดสี=ระเบิดควัน/เพลิง · ขวา ไทม์ไลน์</a:t>
            </a:r>
          </a:p>
          <a:p>
            <a:r>
              <a:t>ทั้งหมดมาจากไฟล์บันทึกล้วน ๆ ไม่ได้พิมพ์เอง และกดเล่นย้อนได้เหมือนรีเพลย์มุมบน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1:55–2:25 · โชว์ของจริง</a:t>
            </a:r>
          </a:p>
          <a:p>
            <a:r>
              <a:t>หน้านี้ตอบคำถามเดียว “ทีมเราตายตรงไหนบ่อย” จุดแดงเข้ม=ตายบ่อย ตารางบอกตัวเลข เช่น BombsiteA 43 ครั้ง 24%</a:t>
            </a:r>
          </a:p>
          <a:p>
            <a:r>
              <a:t>นี่คือสิ่งที่โค้ชเอาไปสั่งซ้อมได้เลย ไม่ต้องนั่งดูวิดีโอทั้งแมตช์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2:25–2:55 · ML</a:t>
            </a:r>
          </a:p>
          <a:p>
            <a:r>
              <a:t>ตัวเลข 43 ครั้งจะมีความหมายต้องมีฐานเทียบ → เก็บเดโมทีมอาชีพ 50 แมตช์ 1,061 รอบ 7,158 การปะทะ</a:t>
            </a:r>
          </a:p>
          <a:p>
            <a:r>
              <a:t>อัลกอริทึม 1 ถาม “คนกระจุกตายตรงไหน” → 17 จุด กิน 75% ของการปะทะ · อัลกอริทึม 2 ถาม “พื้นที่มีกี่แบบ” → แบ่งเองได้ 3 แบบ</a:t>
            </a:r>
          </a:p>
          <a:p>
            <a:r>
              <a:t>จุดสำคัญ: ไม่เคยบอกโปรแกรมว่าใครแพ้ชนะ แต่ 3 กลุ่มมีอัตราชนะต่างกันชัด 69/59/42% → รูปแบบมีอยู่จริง ไม่ใช่สุ่ม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2:55–3:30 · ปัญหาที่เจอ</a:t>
            </a:r>
          </a:p>
          <a:p>
            <a:r>
              <a:t>1 พิกัดเพี้ยนเงียบ ๆ ไม่มี error → เขียนสคริปต์ทาบจุดตายกับพื้นที่เดินได้ ผ่าน 99.7%</a:t>
            </a:r>
          </a:p>
          <a:p>
            <a:r>
              <a:t>2 ข้อมูลผู้ใช้อาจปนชุดสอนโมเดล → แยกโฟลเดอร์/สถานะ DB + เทสต์ดัก</a:t>
            </a:r>
          </a:p>
          <a:p>
            <a:r>
              <a:t>3 ไม่มีเฉลย → ซ่อนผลแพ้ชนะไว้ เทียบตอนจบ ถ้าไม่สัมพันธ์ก็ทิ้งผล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3:30–4:30 · Future work (1 นาที)</a:t>
            </a:r>
          </a:p>
          <a:p>
            <a:r>
              <a:t>1 เก็บเดโมทีมจริงเพิ่ม ตอนนี้ 2 แมตช์ ตั้งเป้า 15–20 — ระบบออกแบบให้ไม่โชว์ผลถ้าข้อมูลไม่พอ</a:t>
            </a:r>
          </a:p>
          <a:p>
            <a:r>
              <a:t>2 เอา ML ขึ้นหน้าเว็บให้ครบทุกหน้า</a:t>
            </a:r>
          </a:p>
          <a:p>
            <a:r>
              <a:t>3 เพิ่มแผนที่ที่สอง โครงสร้างรองรับแล้ว รอข้อมูล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4:30–5:00 · สรุป</a:t>
            </a:r>
          </a:p>
          <a:p>
            <a:r>
              <a:t>ปัญหา → ทำแล้ว (ครบเส้นทาง + โมเดลผ่านการตรวจ) → ทำต่อ (เก็บข้อมูลทีมจริง) — ขอบคุณครับ ยินดีตอบคำถาม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B1F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577840"/>
            <a:ext cx="502920" cy="1280160"/>
          </a:xfrm>
          <a:prstGeom prst="rect">
            <a:avLst/>
          </a:prstGeom>
          <a:solidFill>
            <a:srgbClr val="E0A63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88720" y="2286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50" kern="0" dirty="0">
                <a:solidFill>
                  <a:srgbClr val="FF6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SP-404 SENIOR PROJECT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269748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Esports Performance Analysis System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36118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เครื่องมือวิเคราะห์เกมสำหรับทีมอีสปอร์ตที่ไม่มีงบจ้างนักวิเคราะห์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5852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ทีม Untitled · UTCC STECH · Progress #1 · 22 กันยายน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ทีมที่ต้องการเครื่องมือวิเคราะห์มากที่สุด คือทีมที่จ่ายไม่ไหว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ทีมกีฬาอาชีพทุกชนิดมีคนวิเคราะห์เกมให้ — ฟุตบอลมีระบบวิเคราะห์วิดีโอราคาหลักล้าน อีสปอร์ตก็มีโปรแกรมวิเคราะห์ขายอยู่ แต่คิดเงินเป็นรายเดือน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" y="2395728"/>
            <a:ext cx="28437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ทีมมหาวิทยาลัย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2880360"/>
            <a:ext cx="2843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งบมาจากชมรม ไม่มีงบซอฟต์แวร์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89120" y="201168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81728" y="2395728"/>
            <a:ext cx="28437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ทีมสมัครเล่น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681728" y="2880360"/>
            <a:ext cx="2843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รวมตัวกันเอง ออกค่าใช้จ่ายกันเอง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38160" y="201168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30768" y="2395728"/>
            <a:ext cx="28437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นักแข่งหน้าใหม่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430768" y="2880360"/>
            <a:ext cx="2843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ยังไม่มีสปอนเซอร์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11480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1B1F3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34340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คนกลุ่มนี้ซ้อมด้วยการ “จำเอา” กับ “เปิดคลิปย้อนดูเอง”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84632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CBE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เราจึงทำเว็บที่แกะไฟล์บันทึกการแข่งที่เกมสร้างให้ฟรี เป็นภาพและตัวเลขที่โค้ชสั่งซ้อมได้ — ติดตั้งเอง ไม่มีค่ารายเดือน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CS2 SCOUTING · UNTITLED · SP-404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ภาพรวมทั้งระบบ — ขึ้นจริงและรันอยู่ตอนนี้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 ส่วนทำงานพร้อมกัน · งานหนัก (แกะไฟล์) แยกไปทำเบื้องหลัง ผู้ใช้ไม่ต้องนั่งรอหน้าค้าง</a:t>
            </a:r>
            <a:endParaRPr lang="en-US" sz="1400" dirty="0"/>
          </a:p>
        </p:txBody>
      </p:sp>
      <p:pic>
        <p:nvPicPr>
          <p:cNvPr id="4" name="Image 0" descr="C:\Users\sayak\Desktop\cs2-analytics\cs2-analytics\docs\diagrams\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" y="1463040"/>
            <a:ext cx="10881360" cy="4882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CS2 SCOUTING · UNTITLED · SP-404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หน้าเว็บที่ใช้งานได้จริงแล้ว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ไล่ดูคร่าว ๆ ก่อน แล้วเจาะ 2 หน้าที่โค้ชใช้จริง</a:t>
            </a:r>
            <a:endParaRPr lang="en-US" sz="1400" dirty="0"/>
          </a:p>
        </p:txBody>
      </p:sp>
      <p:pic>
        <p:nvPicPr>
          <p:cNvPr id="4" name="Image 0" descr="C:\Users\sayak\Desktop\cs2-analytics\cs2-analytics\docs\screenshots\01-match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28800"/>
            <a:ext cx="2697480" cy="168592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828800"/>
            <a:ext cx="2697480" cy="1685925"/>
          </a:xfrm>
          <a:prstGeom prst="rect">
            <a:avLst/>
          </a:prstGeom>
          <a:ln w="12700">
            <a:solidFill>
              <a:srgbClr val="E3E5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02920" y="3679317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รายการแมตช์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4017645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อัปโหลด + ดูสถานะการแกะไฟล์</a:t>
            </a:r>
            <a:endParaRPr lang="en-US" sz="1150" dirty="0"/>
          </a:p>
        </p:txBody>
      </p:sp>
      <p:pic>
        <p:nvPicPr>
          <p:cNvPr id="8" name="Image 1" descr="C:\Users\sayak\Desktop\cs2-analytics\cs2-analytics\docs\screenshots\02-round-revi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568" y="1828800"/>
            <a:ext cx="2697480" cy="168592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401568" y="1828800"/>
            <a:ext cx="2697480" cy="1685925"/>
          </a:xfrm>
          <a:prstGeom prst="rect">
            <a:avLst/>
          </a:prstGeom>
          <a:ln w="12700">
            <a:solidFill>
              <a:srgbClr val="E3E5E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3401568" y="3679317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ดูทีละรอบ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3310128" y="4017645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แผนที่ · ไทม์ไลน์ · เล่นย้อน</a:t>
            </a:r>
            <a:endParaRPr lang="en-US" sz="1150" dirty="0"/>
          </a:p>
        </p:txBody>
      </p:sp>
      <p:pic>
        <p:nvPicPr>
          <p:cNvPr id="12" name="Image 2" descr="C:\Users\sayak\Desktop\cs2-analytics\cs2-analytics\docs\screenshots\03-analysi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216" y="1828800"/>
            <a:ext cx="2697480" cy="1685925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300216" y="1828800"/>
            <a:ext cx="2697480" cy="1685925"/>
          </a:xfrm>
          <a:prstGeom prst="rect">
            <a:avLst/>
          </a:prstGeom>
          <a:ln w="12700">
            <a:solidFill>
              <a:srgbClr val="E3E5EE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300216" y="3679317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เครื่องมือวิเคราะห์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6208776" y="4017645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ทีมเราตายตรงไหนบ่อย</a:t>
            </a:r>
            <a:endParaRPr lang="en-US" sz="1150" dirty="0"/>
          </a:p>
        </p:txBody>
      </p:sp>
      <p:pic>
        <p:nvPicPr>
          <p:cNvPr id="16" name="Image 3" descr="C:\Users\sayak\Desktop\cs2-analytics\cs2-analytics\docs\screenshots\04-play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4" y="1828800"/>
            <a:ext cx="2697480" cy="1685925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9198864" y="1828800"/>
            <a:ext cx="2697480" cy="1685925"/>
          </a:xfrm>
          <a:prstGeom prst="rect">
            <a:avLst/>
          </a:prstGeom>
          <a:ln w="12700">
            <a:solidFill>
              <a:srgbClr val="E3E5EE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9198864" y="3679317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สถิติรายคน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9107424" y="4017645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ผลงานของผู้เล่นแต่ละคน</a:t>
            </a:r>
            <a:endParaRPr lang="en-US" sz="1150" dirty="0"/>
          </a:p>
        </p:txBody>
      </p:sp>
      <p:sp>
        <p:nvSpPr>
          <p:cNvPr id="20" name="Text 14"/>
          <p:cNvSpPr txBox="1"/>
          <p:nvPr/>
        </p:nvSpPr>
        <p:spPr>
          <a:xfrm>
            <a:off x="640080" y="52120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ล็อกอิน / จัดการบัญชี ก็ทำเสร็จแล้ว แต่ไม่ใช่สาระของงานนี้ จึงขอข้ามไป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CS2 SCOUTING · UNTITLED · SP-404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หน้าดูทีละรอบ — หัวใจของระบบ</a:t>
            </a:r>
            <a:endParaRPr lang="en-US" sz="2600" dirty="0"/>
          </a:p>
        </p:txBody>
      </p:sp>
      <p:pic>
        <p:nvPicPr>
          <p:cNvPr id="3" name="Image 0" descr="C:\Users\sayak\Desktop\cs2-analytics\cs2-analytics\docs\screenshots\02-round-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7863840" cy="491947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1188720"/>
            <a:ext cx="7863840" cy="4919472"/>
          </a:xfrm>
          <a:prstGeom prst="rect">
            <a:avLst/>
          </a:prstGeom>
          <a:ln w="12700">
            <a:solidFill>
              <a:srgbClr val="E3E5E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641080" y="1417320"/>
            <a:ext cx="310896" cy="310896"/>
          </a:xfrm>
          <a:prstGeom prst="ellipse">
            <a:avLst/>
          </a:prstGeom>
          <a:solidFill>
            <a:srgbClr val="3B457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641080" y="14173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9079992" y="1371600"/>
            <a:ext cx="2578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ซ้าย — รายชื่อสองทีม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9079992" y="1691640"/>
            <a:ext cx="25786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ใครตายตอนไหน ใครเป็นคนยิง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641080" y="2496312"/>
            <a:ext cx="310896" cy="310896"/>
          </a:xfrm>
          <a:prstGeom prst="ellipse">
            <a:avLst/>
          </a:prstGeom>
          <a:solidFill>
            <a:srgbClr val="3B457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41080" y="24963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9079992" y="2450592"/>
            <a:ext cx="2578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กลาง — แผนที่มองจากบน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9079992" y="2770632"/>
            <a:ext cx="25786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วงกลมคือผู้เล่น เส้นคือ “ใครยิงใคร” จุดสีคือระเบิดควัน/เพลิง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641080" y="3575304"/>
            <a:ext cx="310896" cy="310896"/>
          </a:xfrm>
          <a:prstGeom prst="ellipse">
            <a:avLst/>
          </a:prstGeom>
          <a:solidFill>
            <a:srgbClr val="3B457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641080" y="35753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9079992" y="3529584"/>
            <a:ext cx="2578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ขวา — ไทม์ไลน์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9079992" y="3849624"/>
            <a:ext cx="25786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ทุกเหตุการณ์ในรอบ เรียงตามวินาที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641080" y="4654296"/>
            <a:ext cx="310896" cy="3108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641080" y="46542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9079992" y="4608576"/>
            <a:ext cx="2578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กดเล่นย้อนได้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9079992" y="4928616"/>
            <a:ext cx="25786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เหมือนดูรีเพลย์ แต่เห็นทั้งแผนที่จากข้างบน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8641080" y="57150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FF6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ทั้งหมดนี้ไม่ได้พิมพ์เอง — มาจากไฟล์บันทึกการแข่งล้วน ๆ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CS2 SCOUTING · UNTITLED · SP-404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หน้าเครื่องมือวิเคราะห์ — “ทีมเราตายตรงไหนบ่อย”</a:t>
            </a:r>
            <a:endParaRPr lang="en-US" sz="2600" dirty="0"/>
          </a:p>
        </p:txBody>
      </p:sp>
      <p:pic>
        <p:nvPicPr>
          <p:cNvPr id="3" name="Image 0" descr="C:\Users\sayak\Desktop\cs2-analytics\cs2-analytics\docs\screenshots\03-analy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7863840" cy="491947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1188720"/>
            <a:ext cx="7863840" cy="4919472"/>
          </a:xfrm>
          <a:prstGeom prst="rect">
            <a:avLst/>
          </a:prstGeom>
          <a:ln w="12700">
            <a:solidFill>
              <a:srgbClr val="E3E5E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641080" y="1600200"/>
            <a:ext cx="310896" cy="310896"/>
          </a:xfrm>
          <a:prstGeom prst="ellipse">
            <a:avLst/>
          </a:prstGeom>
          <a:solidFill>
            <a:srgbClr val="3B457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641080" y="16002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9079992" y="1554480"/>
            <a:ext cx="2578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จุดแดงบนแผนที่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9079992" y="1874520"/>
            <a:ext cx="25786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คือจุดที่ผู้เล่นในทีมตาย ยิ่งแดงเข้มยิ่งตายบ่อย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641080" y="2679192"/>
            <a:ext cx="310896" cy="310896"/>
          </a:xfrm>
          <a:prstGeom prst="ellipse">
            <a:avLst/>
          </a:prstGeom>
          <a:solidFill>
            <a:srgbClr val="3B457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41080" y="26791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9079992" y="2633472"/>
            <a:ext cx="2578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ตารางด้านขวา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9079992" y="2953512"/>
            <a:ext cx="25786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บอกเป็นตัวเลขว่าตรงไหนตายกี่ครั้ง คิดเป็นกี่เปอร์เซ็นต์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641080" y="3758184"/>
            <a:ext cx="310896" cy="3108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641080" y="37581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9079992" y="3712464"/>
            <a:ext cx="2578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อ่านได้ทันที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9079992" y="4032504"/>
            <a:ext cx="25786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BombsiteA ตาย 43 ครั้ง = 24% ของการตายทั้งหมด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641080" y="4983480"/>
            <a:ext cx="3108960" cy="1143000"/>
          </a:xfrm>
          <a:prstGeom prst="roundRect">
            <a:avLst>
              <a:gd name="adj" fmla="val 6400"/>
            </a:avLst>
          </a:prstGeom>
          <a:solidFill>
            <a:srgbClr val="1B1F3B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869680" y="5138928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โค้ชเอาไปสั่งซ้อมได้เลย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8869680" y="5468112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7CBE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ไม่ต้องนั่งเปิดวิดีโอย้อนหลังทั้งแมตช์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CS2 SCOUTING · UNTITLED · SP-404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ส่วน Machine Learning ทำงานยังไง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ฐานเทียบ: เดโมทีมอาชีพ 50 แมตช์ · 1,061 รอบ · 7,158 การปะทะ — “มีรูปแบบซ่อนอยู่ไหม” ใช้ 2 อัลกอริทึมถามคนละคำถาม</a:t>
            </a:r>
            <a:endParaRPr lang="en-US" sz="1400" dirty="0"/>
          </a:p>
        </p:txBody>
      </p:sp>
      <p:pic>
        <p:nvPicPr>
          <p:cNvPr id="4" name="Image 0" descr="C:\Users\sayak\Desktop\cs2-analytics\cs2-analytics\docs\diagrams\ml-work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1481328"/>
            <a:ext cx="10972800" cy="485546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CS2 SCOUTING · UNTITLED · SP-404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ปัญหาที่เจอระหว่างทำ และแก้ยังไง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298448"/>
            <a:ext cx="5349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" y="1536192"/>
            <a:ext cx="310896" cy="310896"/>
          </a:xfrm>
          <a:prstGeom prst="ellipse">
            <a:avLst/>
          </a:prstGeom>
          <a:solidFill>
            <a:srgbClr val="B8545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96112" y="15361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48132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พิกัดเพี้ยนแบบไม่มีใครรู้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865376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วาดจุดลงแผนที่แล้วออกมา “ดูดี” แต่จุดตกผิดที่ทั้งหมด และไม่ขึ้น error อะไรเลย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1828800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46520" y="1298448"/>
            <a:ext cx="5074920" cy="1463040"/>
          </a:xfrm>
          <a:prstGeom prst="roundRect">
            <a:avLst>
              <a:gd name="adj" fmla="val 5000"/>
            </a:avLst>
          </a:prstGeom>
          <a:solidFill>
            <a:srgbClr val="EDEFF7"/>
          </a:solidFill>
          <a:ln w="12700">
            <a:solidFill>
              <a:srgbClr val="E3E5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02552" y="1572768"/>
            <a:ext cx="164592" cy="16459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995160" y="148132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เขียนสคริปต์ตรวจเอง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995160" y="1865376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เอาจุดที่คนตายจริงไปทาบกับพื้นที่ที่เดินได้ — ถ้าพิกัดถูก ต้องตกบนพื้นที่เดินได้เกือบหมด ตอนนี้ได้ 99.7%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926080"/>
            <a:ext cx="5349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" y="3163824"/>
            <a:ext cx="310896" cy="310896"/>
          </a:xfrm>
          <a:prstGeom prst="ellipse">
            <a:avLst/>
          </a:prstGeom>
          <a:solidFill>
            <a:srgbClr val="B8545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6112" y="31638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31089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ข้อมูลผู้ใช้อาจปนเข้าชุดสอนโมเดล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493008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ถ้าเดโมที่ผู้ใช้อัปโหลดหลุดเข้าไปปนกับชุดที่ใช้สอนโมเดล ผลที่ได้จะเชื่อไม่ได้เลย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035040" y="3456432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46520" y="2926080"/>
            <a:ext cx="5074920" cy="1463040"/>
          </a:xfrm>
          <a:prstGeom prst="roundRect">
            <a:avLst>
              <a:gd name="adj" fmla="val 5000"/>
            </a:avLst>
          </a:prstGeom>
          <a:solidFill>
            <a:srgbClr val="EDEFF7"/>
          </a:solidFill>
          <a:ln w="12700">
            <a:solidFill>
              <a:srgbClr val="E3E5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02552" y="3200400"/>
            <a:ext cx="164592" cy="16459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995160" y="31089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แยกทางกายภาพ + เทสต์ดัก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6995160" y="3493008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คนละโฟลเดอร์ คนละสถานะในฐานข้อมูล และมีเทสต์ที่จะฟ้องทันทีถ้าสองสายมาปนกัน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4553712"/>
            <a:ext cx="5349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6112" y="4791456"/>
            <a:ext cx="310896" cy="310896"/>
          </a:xfrm>
          <a:prstGeom prst="ellipse">
            <a:avLst/>
          </a:prstGeom>
          <a:solidFill>
            <a:srgbClr val="B8545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96112" y="47914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473659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ไม่มีเฉลยให้ตรวจ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1325880" y="512064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งานเราไม่มีคำตอบถูกให้เทียบ แล้วจะรู้ได้ยังไงว่าผลที่ได้ไม่ใช่เรื่องบังเอิญ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035040" y="5084064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46520" y="4553712"/>
            <a:ext cx="5074920" cy="1463040"/>
          </a:xfrm>
          <a:prstGeom prst="roundRect">
            <a:avLst>
              <a:gd name="adj" fmla="val 5000"/>
            </a:avLst>
          </a:prstGeom>
          <a:solidFill>
            <a:srgbClr val="EDEFF7"/>
          </a:solidFill>
          <a:ln w="12700">
            <a:solidFill>
              <a:srgbClr val="E3E5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702552" y="4828032"/>
            <a:ext cx="164592" cy="16459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995160" y="473659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ซ่อนผลแพ้ชนะไว้ แล้วเทียบตอนจบ</a:t>
            </a:r>
            <a:endParaRPr lang="en-US" sz="1450" dirty="0"/>
          </a:p>
        </p:txBody>
      </p:sp>
      <p:sp>
        <p:nvSpPr>
          <p:cNvPr id="32" name="Text 30"/>
          <p:cNvSpPr txBox="1"/>
          <p:nvPr/>
        </p:nvSpPr>
        <p:spPr>
          <a:xfrm>
            <a:off x="6995160" y="512064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ถ้ากลุ่มที่โมเดลแบ่งไม่สัมพันธ์กับผลแพ้ชนะเลย เราจะทิ้งผลนั้น ไม่เอามาใช้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CS2 SCOUTING · UNTITLED · SP-404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หลังจากพรีเซนต์นี้ จะทำอะไรต่อ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420624" cy="42062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3716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572768" y="1325880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เก็บเดโมของทีมจริงเพิ่ม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72768" y="1755648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ตอนนี้มีแค่ 2 แมตช์ ยังน้อยเกินกว่าจะสรุปนิสัยของทีมได้ ตั้งเป้า 15–20 แมตช์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572768" y="2212848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6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ระบบถูกออกแบบให้ไม่แสดงผลถ้าข้อมูลไม่พอ แทนที่จะเดาให้ดูเหมือนมีคำตอบ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2971800"/>
            <a:ext cx="420624" cy="420624"/>
          </a:xfrm>
          <a:prstGeom prst="ellipse">
            <a:avLst/>
          </a:prstGeom>
          <a:solidFill>
            <a:srgbClr val="3B457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572768" y="2926080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เอาส่วน ML ขึ้นหน้าเว็บให้ครบ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572768" y="3355848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ตอนนี้ผลโมเดลใช้ได้บางหน้าแล้ว แต่ยังไม่ครบทุกหน้า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14400" y="4251960"/>
            <a:ext cx="420624" cy="420624"/>
          </a:xfrm>
          <a:prstGeom prst="ellipse">
            <a:avLst/>
          </a:prstGeom>
          <a:solidFill>
            <a:srgbClr val="3B457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2519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572768" y="4206240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เพิ่มแผนที่ที่สอง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572768" y="4636008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โครงสร้างระบบรองรับหลายแผนที่แล้ว รอแค่เก็บข้อมูลเพิ่ม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CS2 SCOUTING · UNTITLED · SP-404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สรุป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" y="1700784"/>
            <a:ext cx="201168" cy="201168"/>
          </a:xfrm>
          <a:prstGeom prst="ellipse">
            <a:avLst/>
          </a:prstGeom>
          <a:solidFill>
            <a:srgbClr val="B8545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25880" y="157276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ปัญหา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703320" y="1554480"/>
            <a:ext cx="7498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ทีมที่ต้องการเครื่องมือวิเคราะห์มากที่สุด คือทีมที่จ่ายค่าโปรแกรมไม่ไหว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724912"/>
            <a:ext cx="108813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3054096"/>
            <a:ext cx="201168" cy="20116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25880" y="29260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สิ่งที่ทำไปแล้ว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2907792"/>
            <a:ext cx="7498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ระบบขึ้นครบทั้งเส้นทาง ตั้งแต่อัปโหลดไฟล์จนเห็นผลบนเว็บ และมีโมเดลที่ตรวจแล้วว่าสิ่งที่เจอมีอยู่จริง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4078224"/>
            <a:ext cx="108813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" y="4407408"/>
            <a:ext cx="201168" cy="20116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25880" y="427939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สิ่งที่จะทำต่อ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703320" y="4261104"/>
            <a:ext cx="7498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เก็บข้อมูลของทีมจริงให้มากพอที่จะสรุปได้ แล้วเอา ML ขึ้นเว็บให้ครบ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1F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ขอบคุณครับ — ยินดีตอบคำถาม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CS2 SCOUTING · UNTITLED · SP-404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65176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B1F3B"/>
                </a:solidFill>
                <a:latin typeface="Leelawadee UI"/>
              </a:rPr>
              <a:t>ภาคผนวก — เตรียมคำถาม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56616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B6178"/>
                </a:solidFill>
                <a:latin typeface="Leelawadee UI"/>
              </a:rPr>
              <a:t>ไม่ใช่ส่วนของการนำเสนอ 5 นาที — เปิดดูเฉพาะตอนตอบคำถามเท่านั้น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178"/>
                </a:solidFill>
                <a:latin typeface="Leelawadee UI"/>
              </a:rPr>
              <a:t>CS2 SCOUTING · UNTITLED · SP-404 · ภาคผนวก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178"/>
                </a:solidFill>
                <a:latin typeface="Leelawade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1F3B"/>
                </a:solidFill>
                <a:latin typeface="Leelawadee UI"/>
              </a:rPr>
              <a:t>ข้อมูลและ Feasibility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52144"/>
            <a:ext cx="54864" cy="1557527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097280"/>
            <a:ext cx="10561320" cy="723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>
                <a:solidFill>
                  <a:srgbClr val="1B1F3B"/>
                </a:solidFill>
                <a:latin typeface="Leelawadee UI"/>
              </a:rPr>
              <a:t>Q  50 ไฟล์พอเทรนโมเดลจริงไหม ต้องมีกี่ไฟล์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20570"/>
            <a:ext cx="10561320" cy="895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5B6178"/>
                </a:solidFill>
                <a:latin typeface="Leelawadee UI"/>
              </a:rPr>
              <a:t>A  ชุดอ้างอิง 50 แมตช์ ผ่าน bootstrap resample 20 รอบ จุดร้อน 77% ยังกลับมาซ้ำเดิม — คนละชุดกับข้อมูลทีมเราเอง (2 แมตช์ ยังน้อย ตั้งเป้า 15–20)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68680" y="2764535"/>
            <a:ext cx="10561320" cy="0"/>
          </a:xfrm>
          <a:prstGeom prst="line">
            <a:avLst/>
          </a:prstGeom>
          <a:ln w="9525">
            <a:solidFill>
              <a:srgbClr val="E3E5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40080" y="2874264"/>
            <a:ext cx="54864" cy="1557527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819399"/>
            <a:ext cx="10561320" cy="723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>
                <a:solidFill>
                  <a:srgbClr val="1B1F3B"/>
                </a:solidFill>
                <a:latin typeface="Leelawadee UI"/>
              </a:rPr>
              <a:t>Q  coordinate mapping ที่บอกว่าตรวจสอบแล้ว ตรวจด้วยวิธีไหน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542690"/>
            <a:ext cx="10561320" cy="895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5B6178"/>
                </a:solidFill>
                <a:latin typeface="Leelawadee UI"/>
              </a:rPr>
              <a:t>A  check_radar.py ทาบจุดตายจริงกับพื้นที่เดินได้บนภาพเรดาร์ — ถ้า calibration ถูก ต้องตกบนพื้นที่เดินได้เกือบหมด วัดได้ 99.7% จาก 7,270 จุด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8680" y="4486656"/>
            <a:ext cx="10561320" cy="0"/>
          </a:xfrm>
          <a:prstGeom prst="line">
            <a:avLst/>
          </a:prstGeom>
          <a:ln w="9525">
            <a:solidFill>
              <a:srgbClr val="E3E5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40080" y="4596383"/>
            <a:ext cx="54864" cy="1557527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541519"/>
            <a:ext cx="10561320" cy="723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>
                <a:solidFill>
                  <a:srgbClr val="1B1F3B"/>
                </a:solidFill>
                <a:latin typeface="Leelawadee UI"/>
              </a:rPr>
              <a:t>Q  ข้อมูล Steam ID / ชื่อผู้เล่น มีประเด็น privacy ไหม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264810"/>
            <a:ext cx="10561320" cy="895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5B6178"/>
                </a:solidFill>
                <a:latin typeface="Leelawadee UI"/>
              </a:rPr>
              <a:t>A  เก็บแค่ SteamID64 + username + URL รูปโปรไฟล์ (ข้อมูลสาธารณะจาก Steam อยู่แล้ว) ไม่มีคอลัมน์รหัสผ่านเลย — retention policy ยังไม่มี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178"/>
                </a:solidFill>
                <a:latin typeface="Leelawadee UI"/>
              </a:rPr>
              <a:t>CS2 SCOUTING · UNTITLED · SP-404 · ภาคผนวก Q&amp;A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178"/>
                </a:solidFill>
                <a:latin typeface="Leelawade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1F3B"/>
                </a:solidFill>
                <a:latin typeface="Leelawadee UI"/>
              </a:rPr>
              <a:t>โมเดล ML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52144"/>
            <a:ext cx="54864" cy="112699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097280"/>
            <a:ext cx="10561320" cy="542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B1F3B"/>
                </a:solidFill>
                <a:latin typeface="Leelawadee UI"/>
              </a:rPr>
              <a:t>Q  ทำไมเลือก K-Means เทียบทางเลือกอื่นหรือยัง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39747"/>
            <a:ext cx="10561320" cy="671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5B6178"/>
                </a:solidFill>
                <a:latin typeface="Leelawadee UI"/>
              </a:rPr>
              <a:t>A  เทียบแล้ว: ลอง HDBSCAN ก่อน ได้ 1 คลัสเตอร์ยักษ์ หรือ 29 กลุ่มที่ noise 41% เลยตัดออก ใช้ MeanShift หาจุดร้อน + KMeans (ไล่ k=2–8) แบ่งประเภทพื้นที่แทน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68680" y="2334006"/>
            <a:ext cx="10561320" cy="0"/>
          </a:xfrm>
          <a:prstGeom prst="line">
            <a:avLst/>
          </a:prstGeom>
          <a:ln w="9525">
            <a:solidFill>
              <a:srgbClr val="E3E5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40080" y="2443734"/>
            <a:ext cx="54864" cy="112699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88870"/>
            <a:ext cx="10561320" cy="542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B1F3B"/>
                </a:solidFill>
                <a:latin typeface="Leelawadee UI"/>
              </a:rPr>
              <a:t>Q  metric ที่วัดว่าโมเดล “ใช้ได้” คืออะไร ตั้งเป้าเท่าไหร่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31337"/>
            <a:ext cx="10561320" cy="671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5B6178"/>
                </a:solidFill>
                <a:latin typeface="Leelawadee UI"/>
              </a:rPr>
              <a:t>A  3 เกณฑ์อิสระ: silhouette สูงสุด (0.285 ที่ k=3) · bootstrap stability (77%) · CT win rate ต่างจริงหลังจัดกลุ่ม (68.6/58.7/41.7%) — โมเดลทายไซต์ใช้ GroupKFold เทียบ baseline ทายมั่ว ได้ 90.7%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8680" y="3625595"/>
            <a:ext cx="10561320" cy="0"/>
          </a:xfrm>
          <a:prstGeom prst="line">
            <a:avLst/>
          </a:prstGeom>
          <a:ln w="9525">
            <a:solidFill>
              <a:srgbClr val="E3E5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40080" y="3735323"/>
            <a:ext cx="54864" cy="112699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680459"/>
            <a:ext cx="10561320" cy="542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B1F3B"/>
                </a:solidFill>
                <a:latin typeface="Leelawadee UI"/>
              </a:rPr>
              <a:t>Q  Strategy Classification ต้อง label เอง ใช้เกณฑ์อะไร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222927"/>
            <a:ext cx="10561320" cy="671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5B6178"/>
                </a:solidFill>
                <a:latin typeface="Leelawadee UI"/>
              </a:rPr>
              <a:t>A  ไม่ตรงกับที่ทำจริง — clustering เป็น unsupervised ล้วน ชื่อกลุ่มตั้งหลังจัดกลุ่มเสร็จจากค่าเฉลี่ยฟีเจอร์ ไม่ได้ป้อนกลับเข้าโมเดล จึงไม่มีปัญหาคนละเลย/label ไม่ตรงกัน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8680" y="4917186"/>
            <a:ext cx="10561320" cy="0"/>
          </a:xfrm>
          <a:prstGeom prst="line">
            <a:avLst/>
          </a:prstGeom>
          <a:ln w="9525">
            <a:solidFill>
              <a:srgbClr val="E3E5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40080" y="5026914"/>
            <a:ext cx="54864" cy="112699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972050"/>
            <a:ext cx="10561320" cy="542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B1F3B"/>
                </a:solidFill>
                <a:latin typeface="Leelawadee UI"/>
              </a:rPr>
              <a:t>Q  SHAP กับ K-Means role detection รู้ได้ยังไงว่า role ถูกต้อง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514517"/>
            <a:ext cx="10561320" cy="671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5B6178"/>
                </a:solidFill>
                <a:latin typeface="Leelawadee UI"/>
              </a:rPr>
              <a:t>A  ไม่ได้ใช้ SHAP ในระบบนี้ — ไม่อยู่ในสโคปปัจจุบัน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178"/>
                </a:solidFill>
                <a:latin typeface="Leelawadee UI"/>
              </a:rPr>
              <a:t>CS2 SCOUTING · UNTITLED · SP-404 · ภาคผนวก Q&amp;A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178"/>
                </a:solidFill>
                <a:latin typeface="Leelawade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1F3B"/>
                </a:solidFill>
                <a:latin typeface="Leelawadee UI"/>
              </a:rPr>
              <a:t>ขอบเขตและเวลา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52144"/>
            <a:ext cx="54864" cy="2418587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097280"/>
            <a:ext cx="10561320" cy="1084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>
                <a:solidFill>
                  <a:srgbClr val="1B1F3B"/>
                </a:solidFill>
                <a:latin typeface="Leelawadee UI"/>
              </a:rPr>
              <a:t>Q  ทำไมวางแผนทำโมเดลเดียวก่อน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82215"/>
            <a:ext cx="10561320" cy="1343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5B6178"/>
                </a:solidFill>
                <a:latin typeface="Leelawadee UI"/>
              </a:rPr>
              <a:t>A  จริงๆ มี 2 โมเดลแล้วที่ผ่านตรวจสอบ: clustering (grid_ml1) และ site prediction (site_ml, 90.7%) — ถ้าถูกถามว่าทำไมหยุดแค่นี้ ต้องตอบจากแผนเวลาที่เหลือ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68680" y="3625595"/>
            <a:ext cx="10561320" cy="0"/>
          </a:xfrm>
          <a:prstGeom prst="line">
            <a:avLst/>
          </a:prstGeom>
          <a:ln w="9525">
            <a:solidFill>
              <a:srgbClr val="E3E5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40080" y="3735323"/>
            <a:ext cx="54864" cy="2418587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680459"/>
            <a:ext cx="10561320" cy="1084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>
                <a:solidFill>
                  <a:srgbClr val="1B1F3B"/>
                </a:solidFill>
                <a:latin typeface="Leelawadee UI"/>
              </a:rPr>
              <a:t>Q  เวลาที่เหลือพอกับ scope ที่เหลือจริงไหม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765395"/>
            <a:ext cx="10561320" cy="1343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5B6178"/>
                </a:solidFill>
                <a:latin typeface="Leelawadee UI"/>
              </a:rPr>
              <a:t>A  ต้องตอบจากเดดไลน์ defense จริงเทียบกับงานที่เหลือ (เก็บเดโม 15–20 แมตช์ + ML ขึ้นเว็บให้ครบ + แผนที่ที่สอง)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178"/>
                </a:solidFill>
                <a:latin typeface="Leelawadee UI"/>
              </a:rPr>
              <a:t>CS2 SCOUTING · UNTITLED · SP-404 · ภาคผนวก Q&amp;A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178"/>
                </a:solidFill>
                <a:latin typeface="Leelawade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1F3B"/>
                </a:solidFill>
                <a:latin typeface="Leelawadee UI"/>
              </a:rPr>
              <a:t>สถาปัตยกรรม/ระบบ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52144"/>
            <a:ext cx="54864" cy="1557527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097280"/>
            <a:ext cx="10561320" cy="723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>
                <a:solidFill>
                  <a:srgbClr val="1B1F3B"/>
                </a:solidFill>
                <a:latin typeface="Leelawadee UI"/>
              </a:rPr>
              <a:t>Q  ทำไมเลือก awpy แทน parser ตัวอื่น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20570"/>
            <a:ext cx="10561320" cy="895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5B6178"/>
                </a:solidFill>
                <a:latin typeface="Leelawadee UI"/>
              </a:rPr>
              <a:t>A  pin awpy==2.0.2 / demoparser2==0.41.4 เพราะ CS2 อัปเดตทีไร parser Rust ตัวนี้มักพัง — เป็น library หลักที่ community ใช้กัน ยังไม่ได้ benchmark เทียบตัวอื่นอย่างเป็นทางการ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68680" y="2764535"/>
            <a:ext cx="10561320" cy="0"/>
          </a:xfrm>
          <a:prstGeom prst="line">
            <a:avLst/>
          </a:prstGeom>
          <a:ln w="9525">
            <a:solidFill>
              <a:srgbClr val="E3E5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40080" y="2874264"/>
            <a:ext cx="54864" cy="1557527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819399"/>
            <a:ext cx="10561320" cy="723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>
                <a:solidFill>
                  <a:srgbClr val="1B1F3B"/>
                </a:solidFill>
                <a:latin typeface="Leelawadee UI"/>
              </a:rPr>
              <a:t>Q  รองรับ concurrent upload/parse กี่คน ถ้าคนใช้เยอะจะ scale ยังไง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542690"/>
            <a:ext cx="10561320" cy="895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5B6178"/>
                </a:solidFill>
                <a:latin typeface="Leelawadee UI"/>
              </a:rPr>
              <a:t>A  อัปโหลดไม่บล็อก (202 ทันที) ตัวประมวลผลจริงบน Windows ใช้ RQ SimpleWorker ทีละ 1 งาน — scale ได้ด้วยการเพิ่มจำนวน worker process บน Linux ยังไม่เคย load test เป็นตัวเลขจริง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8680" y="4486656"/>
            <a:ext cx="10561320" cy="0"/>
          </a:xfrm>
          <a:prstGeom prst="line">
            <a:avLst/>
          </a:prstGeom>
          <a:ln w="9525">
            <a:solidFill>
              <a:srgbClr val="E3E5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40080" y="4596383"/>
            <a:ext cx="54864" cy="1557527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541519"/>
            <a:ext cx="10561320" cy="723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>
                <a:solidFill>
                  <a:srgbClr val="1B1F3B"/>
                </a:solidFill>
                <a:latin typeface="Leelawadee UI"/>
              </a:rPr>
              <a:t>Q  ทำไมเลือก PostgreSQL ไม่ใช่ NoSQL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264810"/>
            <a:ext cx="10561320" cy="895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5B6178"/>
                </a:solidFill>
                <a:latin typeface="Leelawadee UI"/>
              </a:rPr>
              <a:t>A  ข้อมูลเป็นเชิงสัมพันธ์ชัดเจน (แมตช์→รอบ→คิล→ผู้เล่น ผูก foreign key, มี view สรุปที่ join หลายตาราง) ขนาดข้อมูลเล็ก (~21,000 แถวตำแหน่ง/แมตช์) ยังไม่ถึงระดับต้องใช้ time-series DB เฉพาะทาง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178"/>
                </a:solidFill>
                <a:latin typeface="Leelawadee UI"/>
              </a:rPr>
              <a:t>CS2 SCOUTING · UNTITLED · SP-404 · ภาคผนวก Q&amp;A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178"/>
                </a:solidFill>
                <a:latin typeface="Leelawade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1F3B"/>
                </a:solidFill>
                <a:latin typeface="Leelawadee UI"/>
              </a:rPr>
              <a:t>คุณค่าของโปรเจกต์ + ทีม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52144"/>
            <a:ext cx="54864" cy="1557527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097280"/>
            <a:ext cx="10561320" cy="723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>
                <a:solidFill>
                  <a:srgbClr val="1B1F3B"/>
                </a:solidFill>
                <a:latin typeface="Leelawadee UI"/>
              </a:rPr>
              <a:t>Q  มั่นใจได้ยังไงว่าดีกว่าโค้ชดู demo เอง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20570"/>
            <a:ext cx="10561320" cy="895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5B6178"/>
                </a:solidFill>
                <a:latin typeface="Leelawadee UI"/>
              </a:rPr>
              <a:t>A  ไม่เคลมว่า “แม่นกว่า” การตัดสินใจของโค้ช — value คือ “เร็วกว่า” เห็นข้อเท็จจริงเทียบฐานทีมอาชีพโดยไม่ต้องนั่งดูวิดีโอทั้งแมตช์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68680" y="2764535"/>
            <a:ext cx="10561320" cy="0"/>
          </a:xfrm>
          <a:prstGeom prst="line">
            <a:avLst/>
          </a:prstGeom>
          <a:ln w="9525">
            <a:solidFill>
              <a:srgbClr val="E3E5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40080" y="2874264"/>
            <a:ext cx="54864" cy="1557527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819399"/>
            <a:ext cx="10561320" cy="723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>
                <a:solidFill>
                  <a:srgbClr val="1B1F3B"/>
                </a:solidFill>
                <a:latin typeface="Leelawadee UI"/>
              </a:rPr>
              <a:t>Q  มีทีมจริงมาทดสอบ/ให้ feedback ไหม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542690"/>
            <a:ext cx="10561320" cy="895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5B6178"/>
                </a:solidFill>
                <a:latin typeface="Leelawadee UI"/>
              </a:rPr>
              <a:t>A  ต้องตอบเอง — ยังไม่มีข้อมูลนี้ในระบบ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8680" y="4486656"/>
            <a:ext cx="10561320" cy="0"/>
          </a:xfrm>
          <a:prstGeom prst="line">
            <a:avLst/>
          </a:prstGeom>
          <a:ln w="9525">
            <a:solidFill>
              <a:srgbClr val="E3E5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40080" y="4596383"/>
            <a:ext cx="54864" cy="1557527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541519"/>
            <a:ext cx="10561320" cy="723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>
                <a:solidFill>
                  <a:srgbClr val="1B1F3B"/>
                </a:solidFill>
                <a:latin typeface="Leelawadee UI"/>
              </a:rPr>
              <a:t>Q  แบ่งงานกันยังไงใน 3 คน ใครรับผิดชอบส่วนไหน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264810"/>
            <a:ext cx="10561320" cy="895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5B6178"/>
                </a:solidFill>
                <a:latin typeface="Leelawadee UI"/>
              </a:rPr>
              <a:t>A  ต้องตอบเอง — อ้างอิง git log ได้ถ้าต้องการ (contributor หลัก: sayak, Chayanat, Tay, JakkapongPengtee)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178"/>
                </a:solidFill>
                <a:latin typeface="Leelawadee UI"/>
              </a:rPr>
              <a:t>CS2 SCOUTING · UNTITLED · SP-404 · ภาคผนวก Q&amp;A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178"/>
                </a:solidFill>
                <a:latin typeface="Leelawadee U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2026-09-16T09:29:27Z</dcterms:created>
  <dcterms:modified xsi:type="dcterms:W3CDTF">2026-09-16T09:29:27Z</dcterms:modified>
</cp:coreProperties>
</file>